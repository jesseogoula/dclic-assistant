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Séquence 3 : Gestion d'une campagne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Prenez les commandes de A à Z !</a:t>
            </a:r>
          </a:p>
          <a:p/>
          <a:p>
            <a:r>
              <a:t>- Objectif principal : S'entraîner à utiliser des méthodes de gestion de projet appliquées au marketing.</a:t>
            </a:r>
          </a:p>
          <a:p>
            <a:r>
              <a:t>- Méthodologie : Travail de groupe autour d'un ordinateur.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que nous allons maîtriser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Cette séquence s'articule autour de 3 piliers (décomposés en 9 modules) :</a:t>
            </a:r>
          </a:p>
          <a:p>
            <a:pPr lvl="1"/>
            <a:r>
              <a:t>C5 : Établir un budget et un planning</a:t>
            </a:r>
          </a:p>
          <a:p>
            <a:pPr lvl="1"/>
            <a:r>
              <a:t>C6 : Travailler en équipe</a:t>
            </a:r>
          </a:p>
          <a:p>
            <a:pPr lvl="1"/>
            <a:r>
              <a:t>C7 : Préparer un plan d’action et suivre les indicateurs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C5 - Cadrer sa campagne (Budget &amp; Planning)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5A : Les méthodes de gestion de projets appliquées au marketing numérique.</a:t>
            </a:r>
          </a:p>
          <a:p>
            <a:r>
              <a:t>Module 5B : Construire le planning et le budget d'une campagne.</a:t>
            </a:r>
          </a:p>
          <a:p>
            <a:r>
              <a:t>Module 5C : Étude de cas pratiques (exemples réels de campagnes).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C6 - Travailler en équipe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6A : Les principes fondamentaux d’organisation d’une équipe marketing.</a:t>
            </a:r>
          </a:p>
          <a:p>
            <a:r>
              <a:t>Module 6B : Panorama des différents métiers nécessaires.</a:t>
            </a:r>
          </a:p>
          <a:p>
            <a:r>
              <a:t>Module 6C : Comment bien répartir les tâches entre les experts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C7 - Déployer et Mesurer le succès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7A : Structurer son plan d’action et comprendre l'utilité des indicateurs.</a:t>
            </a:r>
          </a:p>
          <a:p>
            <a:r>
              <a:t>Module 7B : Identifier et choisir les bons indicateurs de suivi (KPIs).</a:t>
            </a:r>
          </a:p>
          <a:p>
            <a:r>
              <a:t>Module 7C : Créer des tableaux de bord pour piloter les performances.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Prêts à lancer votre campagne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Projet</a:t>
            </a:r>
          </a:p>
          <a:p>
            <a:r>
              <a:t>3 Compétences</a:t>
            </a:r>
          </a:p>
          <a:p>
            <a:r>
              <a:t>9 Modules</a:t>
            </a:r>
          </a:p>
          <a:p>
            <a:r>
              <a:t>À vous de jouer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